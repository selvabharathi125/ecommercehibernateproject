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CB2A-D7CE-7845-9425-14DB5EB2B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2523343"/>
            <a:ext cx="7086600" cy="14700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Backend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78918-A2D5-6561-423D-D0C24E02D9EB}"/>
              </a:ext>
            </a:extLst>
          </p:cNvPr>
          <p:cNvSpPr txBox="1"/>
          <p:nvPr/>
        </p:nvSpPr>
        <p:spPr>
          <a:xfrm>
            <a:off x="5501391" y="4851925"/>
            <a:ext cx="36426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Lalitha S</a:t>
            </a:r>
          </a:p>
          <a:p>
            <a:pPr marL="285750" indent="-285750">
              <a:buFontTx/>
              <a:buChar char="-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Selva Bharathi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FFBA3-17C1-EBCC-528E-E2E67FE56D3F}"/>
              </a:ext>
            </a:extLst>
          </p:cNvPr>
          <p:cNvSpPr txBox="1"/>
          <p:nvPr/>
        </p:nvSpPr>
        <p:spPr>
          <a:xfrm>
            <a:off x="644577" y="584616"/>
            <a:ext cx="7704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C94FD1-2948-C110-572F-BBD547807C9D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51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Backend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Java, Hibernate ORM, and MySQL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Architecture: Entity, DAO, Service, Controller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Product Management, Cart, Orders, Payments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5B9D41-AC38-3D66-7716-FCBE7193FC92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(Core + JDBC + Collections)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ORM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Build Tool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6484E8-BC45-D23B-1316-D4DF7269C9BF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Layer: User, Product, Cart, Order, Payment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DAO Layer: Handles DB 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Layer: Business 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Main/Menu Layer: Console-based interface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6F7ACF-4C56-8EA6-CFF5-3450C8BC9B82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↔ Cart (One-to-One)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↔ Orders (One-to-Many)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↔ Product (Many-to-Many)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↔ Payment (One-to-One)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2B8350-4040-590A-1B34-A440033A43B2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Registration/Login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Add/View Products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 &amp; View Cart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</a:t>
            </a:r>
          </a:p>
          <a:p>
            <a:pPr marL="457200" lvl="1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4D34D-BF33-4A9D-A543-6003D07EF9CC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hibernate.cfg.xml with MySQL Connection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HibernateUtil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configured for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SessionFactory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7BC1DF-85F3-8DDD-553A-959A8BBB88FE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chooses operation from menu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 validates inputs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DAO stores/updates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 maps entities to DB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871937-CB91-FDAA-71F0-D88DCD04AD6C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&amp; Payment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stored with cart items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processed once per order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constraint enforced on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payments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DF6E59-B66C-8099-365F-5610EB8CE4A7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Many‑to‑Many Product–Order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duplicate payment entries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correct session/transaction flow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56ADB2-92A2-4605-2378-DEC8DEFA6B69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 products, carts, orders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Many-to-Many mapping)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39E719-B39B-0CF8-2DB0-34FE10EF535C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console-based e-commerce backend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real-world Hibernate understanding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interviews and project showcases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371AD9-0925-021B-C677-4E5CA4C362D7}"/>
              </a:ext>
            </a:extLst>
          </p:cNvPr>
          <p:cNvCxnSpPr/>
          <p:nvPr/>
        </p:nvCxnSpPr>
        <p:spPr>
          <a:xfrm>
            <a:off x="119921" y="1417638"/>
            <a:ext cx="8919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251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E-Commerce Backend System</vt:lpstr>
      <vt:lpstr>E-Commerce Backend System</vt:lpstr>
      <vt:lpstr>Technologies Used</vt:lpstr>
      <vt:lpstr>Architecture</vt:lpstr>
      <vt:lpstr>Entities &amp; Relationships</vt:lpstr>
      <vt:lpstr>Features Implemented</vt:lpstr>
      <vt:lpstr>Hibernate Configuration</vt:lpstr>
      <vt:lpstr>Flow of Application</vt:lpstr>
      <vt:lpstr>Order &amp; Payment Processing</vt:lpstr>
      <vt:lpstr>Challenges Solved</vt:lpstr>
      <vt:lpstr>Database Tables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lalithasiva0301@gmail.com</cp:lastModifiedBy>
  <cp:revision>3</cp:revision>
  <dcterms:created xsi:type="dcterms:W3CDTF">2013-01-27T09:14:16Z</dcterms:created>
  <dcterms:modified xsi:type="dcterms:W3CDTF">2025-11-19T07:07:13Z</dcterms:modified>
  <cp:category/>
</cp:coreProperties>
</file>